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Cafe Sales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Total Revenue: $73,252.50  |  Transactions: 8,635  |  Avg Ticket: $8.48</a:t>
            </a:r>
          </a:p>
        </p:txBody>
      </p:sp>
      <p:pic>
        <p:nvPicPr>
          <p:cNvPr id="4" name="Picture 3" descr="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3120"/>
            <a:ext cx="2834640" cy="2103120"/>
          </a:xfrm>
          <a:prstGeom prst="rect">
            <a:avLst/>
          </a:prstGeom>
        </p:spPr>
      </p:pic>
      <p:pic>
        <p:nvPicPr>
          <p:cNvPr id="5" name="Picture 4" descr="item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103120"/>
            <a:ext cx="2834640" cy="2103120"/>
          </a:xfrm>
          <a:prstGeom prst="rect">
            <a:avLst/>
          </a:prstGeom>
        </p:spPr>
      </p:pic>
      <p:pic>
        <p:nvPicPr>
          <p:cNvPr id="6" name="Picture 5" descr="payment_u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103120"/>
            <a:ext cx="2834640" cy="2103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